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Sample Presentation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Created for testing PPT to PDF conversion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More content here...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2026-01-23T07:34:07Z</dcterms:created>
  <dcterms:modified xsi:type="dcterms:W3CDTF">2026-01-23T07:34:07Z</dcterms:modified>
</cp:coreProperties>
</file>